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3"/>
  </p:notesMasterIdLst>
  <p:sldIdLst>
    <p:sldId id="357" r:id="rId2"/>
  </p:sldIdLst>
  <p:sldSz cx="9144000" cy="5143500" type="screen16x9"/>
  <p:notesSz cx="6858000" cy="9144000"/>
  <p:embeddedFontLst>
    <p:embeddedFont>
      <p:font typeface="Montserrat" panose="020B0604020202020204" charset="0"/>
      <p:regular r:id="rId4"/>
      <p:bold r:id="rId5"/>
      <p:italic r:id="rId6"/>
      <p:boldItalic r:id="rId7"/>
    </p:embeddedFont>
    <p:embeddedFont>
      <p:font typeface="Montserrat ExtraBold" panose="020B0604020202020204" charset="0"/>
      <p:bold r:id="rId8"/>
      <p:boldItalic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1746"/>
    <a:srgbClr val="FDFDFD"/>
    <a:srgbClr val="0012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B56425C-356D-4821-84BB-3BA58B91A519}">
  <a:tblStyle styleId="{BB56425C-356D-4821-84BB-3BA58B91A51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054" autoAdjust="0"/>
  </p:normalViewPr>
  <p:slideViewPr>
    <p:cSldViewPr snapToGrid="0">
      <p:cViewPr varScale="1">
        <p:scale>
          <a:sx n="103" d="100"/>
          <a:sy n="103" d="100"/>
        </p:scale>
        <p:origin x="8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8" name="Google Shape;14388;g7f9262ee2f_0_244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89" name="Google Shape;14389;g7f9262ee2f_0_244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9606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8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7">
            <a:extLst>
              <a:ext uri="{FF2B5EF4-FFF2-40B4-BE49-F238E27FC236}">
                <a16:creationId xmlns:a16="http://schemas.microsoft.com/office/drawing/2014/main" id="{0E11C2DF-9296-438D-BEDF-AFA47A21B40A}"/>
              </a:ext>
            </a:extLst>
          </p:cNvPr>
          <p:cNvSpPr txBox="1">
            <a:spLocks/>
          </p:cNvSpPr>
          <p:nvPr/>
        </p:nvSpPr>
        <p:spPr>
          <a:xfrm>
            <a:off x="3379721" y="4686176"/>
            <a:ext cx="2388901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3970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© 2021 Eng. Ali Mohamed</a:t>
            </a:r>
            <a:endParaRPr lang="en-US" sz="1050" dirty="0">
              <a:solidFill>
                <a:schemeClr val="accent1"/>
              </a:solidFill>
            </a:endParaRPr>
          </a:p>
        </p:txBody>
      </p:sp>
      <p:cxnSp>
        <p:nvCxnSpPr>
          <p:cNvPr id="7" name="Google Shape;216;p44">
            <a:extLst>
              <a:ext uri="{FF2B5EF4-FFF2-40B4-BE49-F238E27FC236}">
                <a16:creationId xmlns:a16="http://schemas.microsoft.com/office/drawing/2014/main" id="{9EC03C0F-1D7B-4501-B123-BBD4261E08A0}"/>
              </a:ext>
            </a:extLst>
          </p:cNvPr>
          <p:cNvCxnSpPr>
            <a:cxnSpLocks/>
          </p:cNvCxnSpPr>
          <p:nvPr/>
        </p:nvCxnSpPr>
        <p:spPr>
          <a:xfrm>
            <a:off x="505205" y="721813"/>
            <a:ext cx="6141009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8" name="Google Shape;214;p44">
            <a:extLst>
              <a:ext uri="{FF2B5EF4-FFF2-40B4-BE49-F238E27FC236}">
                <a16:creationId xmlns:a16="http://schemas.microsoft.com/office/drawing/2014/main" id="{4F611559-AFA7-42C2-937C-2558A6C25620}"/>
              </a:ext>
            </a:extLst>
          </p:cNvPr>
          <p:cNvSpPr txBox="1">
            <a:spLocks/>
          </p:cNvSpPr>
          <p:nvPr/>
        </p:nvSpPr>
        <p:spPr>
          <a:xfrm>
            <a:off x="430775" y="181257"/>
            <a:ext cx="8155663" cy="420430"/>
          </a:xfrm>
          <a:prstGeom prst="rect">
            <a:avLst/>
          </a:prstGeom>
          <a:solidFill>
            <a:srgbClr val="FDFDFD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accent1"/>
              </a:buClr>
              <a:buSzPts val="2400"/>
            </a:pPr>
            <a:r>
              <a:rPr lang="en-US" sz="2000" dirty="0" smtClean="0">
                <a:solidFill>
                  <a:schemeClr val="accent1"/>
                </a:solidFill>
                <a:latin typeface="Montserrat ExtraBold"/>
                <a:sym typeface="Montserrat ExtraBold"/>
              </a:rPr>
              <a:t>Write the Top Verilog Module</a:t>
            </a:r>
            <a:endParaRPr lang="en-US" sz="2000" dirty="0">
              <a:solidFill>
                <a:schemeClr val="accent1"/>
              </a:solidFill>
              <a:latin typeface="Montserrat ExtraBold"/>
              <a:sym typeface="Montserrat ExtraBold"/>
            </a:endParaRPr>
          </a:p>
        </p:txBody>
      </p:sp>
      <p:cxnSp>
        <p:nvCxnSpPr>
          <p:cNvPr id="9" name="Google Shape;216;p44">
            <a:extLst>
              <a:ext uri="{FF2B5EF4-FFF2-40B4-BE49-F238E27FC236}">
                <a16:creationId xmlns:a16="http://schemas.microsoft.com/office/drawing/2014/main" id="{86ED35E9-768E-41EC-976D-70A7311EBE03}"/>
              </a:ext>
            </a:extLst>
          </p:cNvPr>
          <p:cNvCxnSpPr>
            <a:cxnSpLocks/>
          </p:cNvCxnSpPr>
          <p:nvPr/>
        </p:nvCxnSpPr>
        <p:spPr>
          <a:xfrm>
            <a:off x="505205" y="181257"/>
            <a:ext cx="6141009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735E037-5EB7-4597-B91C-D50AE05EEB55}"/>
              </a:ext>
            </a:extLst>
          </p:cNvPr>
          <p:cNvSpPr txBox="1"/>
          <p:nvPr/>
        </p:nvSpPr>
        <p:spPr>
          <a:xfrm>
            <a:off x="505205" y="881007"/>
            <a:ext cx="7877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sym typeface="Montserrat ExtraBold"/>
              </a:rPr>
              <a:t>Structural Verilog is used t</a:t>
            </a:r>
            <a:r>
              <a:rPr lang="en-US" b="1" dirty="0">
                <a:solidFill>
                  <a:srgbClr val="C00000"/>
                </a:solidFill>
              </a:rPr>
              <a:t>o :-</a:t>
            </a:r>
          </a:p>
          <a:p>
            <a:pPr lvl="2"/>
            <a:r>
              <a:rPr lang="en-US" sz="800" b="1" dirty="0">
                <a:solidFill>
                  <a:srgbClr val="00050C"/>
                </a:solidFill>
              </a:rPr>
              <a:t>    </a:t>
            </a:r>
          </a:p>
          <a:p>
            <a:pPr lvl="2"/>
            <a:r>
              <a:rPr lang="en-US" b="1" dirty="0">
                <a:solidFill>
                  <a:srgbClr val="00050C"/>
                </a:solidFill>
              </a:rPr>
              <a:t> 1) Assemble several blocks together in a hierarchical design</a:t>
            </a:r>
          </a:p>
        </p:txBody>
      </p:sp>
      <p:pic>
        <p:nvPicPr>
          <p:cNvPr id="21" name="Picture 20" descr="Diagram&#10;&#10;Description automatically generated">
            <a:extLst>
              <a:ext uri="{FF2B5EF4-FFF2-40B4-BE49-F238E27FC236}">
                <a16:creationId xmlns:a16="http://schemas.microsoft.com/office/drawing/2014/main" id="{4CFAA0DC-86EB-488B-B7E9-1DFEBC686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220" y="1523435"/>
            <a:ext cx="6858957" cy="316274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7DDB2D3-2FB7-4B97-8941-EDD07D453A2A}"/>
              </a:ext>
            </a:extLst>
          </p:cNvPr>
          <p:cNvSpPr txBox="1"/>
          <p:nvPr/>
        </p:nvSpPr>
        <p:spPr>
          <a:xfrm>
            <a:off x="6951114" y="1244115"/>
            <a:ext cx="1955820" cy="58477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b="1" dirty="0" err="1">
                <a:solidFill>
                  <a:schemeClr val="accent6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</a:t>
            </a:r>
            <a:r>
              <a:rPr lang="fr-FR" sz="1600" b="1" dirty="0">
                <a:solidFill>
                  <a:schemeClr val="accent6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connections are of </a:t>
            </a:r>
            <a:r>
              <a:rPr lang="fr-FR" sz="1600" b="1" dirty="0" err="1">
                <a:solidFill>
                  <a:schemeClr val="accent6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wire</a:t>
            </a:r>
            <a:r>
              <a:rPr lang="fr-FR" sz="1600" b="1" dirty="0">
                <a:solidFill>
                  <a:schemeClr val="accent6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Type</a:t>
            </a:r>
          </a:p>
        </p:txBody>
      </p:sp>
    </p:spTree>
    <p:extLst>
      <p:ext uri="{BB962C8B-B14F-4D97-AF65-F5344CB8AC3E}">
        <p14:creationId xmlns:p14="http://schemas.microsoft.com/office/powerpoint/2010/main" val="3018111266"/>
      </p:ext>
    </p:extLst>
  </p:cSld>
  <p:clrMapOvr>
    <a:masterClrMapping/>
  </p:clrMapOvr>
</p:sld>
</file>

<file path=ppt/theme/theme1.xml><?xml version="1.0" encoding="utf-8"?>
<a:theme xmlns:a="http://schemas.openxmlformats.org/drawingml/2006/main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9450</TotalTime>
  <Words>35</Words>
  <Application>Microsoft Office PowerPoint</Application>
  <PresentationFormat>On-screen Show (16:9)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Montserrat</vt:lpstr>
      <vt:lpstr>Montserrat ExtraBold</vt:lpstr>
      <vt:lpstr>Arial</vt:lpstr>
      <vt:lpstr>Calibri</vt:lpstr>
      <vt:lpstr>Futuristic Background by Slidesgo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FUTURISTIC</dc:title>
  <cp:lastModifiedBy>Ali Eltemsah</cp:lastModifiedBy>
  <cp:revision>421</cp:revision>
  <dcterms:modified xsi:type="dcterms:W3CDTF">2021-08-26T22:57:56Z</dcterms:modified>
</cp:coreProperties>
</file>