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"/>
  </p:notesMasterIdLst>
  <p:sldIdLst>
    <p:sldId id="357" r:id="rId2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4"/>
      <p:bold r:id="rId5"/>
      <p:italic r:id="rId6"/>
      <p:boldItalic r:id="rId7"/>
    </p:embeddedFont>
    <p:embeddedFont>
      <p:font typeface="Montserrat ExtraBold" panose="00000900000000000000" pitchFamily="2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1746"/>
    <a:srgbClr val="FDFDFD"/>
    <a:srgbClr val="001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56425C-356D-4821-84BB-3BA58B91A519}">
  <a:tblStyle styleId="{BB56425C-356D-4821-84BB-3BA58B91A5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054" autoAdjust="0"/>
  </p:normalViewPr>
  <p:slideViewPr>
    <p:cSldViewPr snapToGrid="0">
      <p:cViewPr varScale="1">
        <p:scale>
          <a:sx n="76" d="100"/>
          <a:sy n="76" d="100"/>
        </p:scale>
        <p:origin x="10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8" name="Google Shape;14388;g7f9262ee2f_0_24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9" name="Google Shape;14389;g7f9262ee2f_0_24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9606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7">
            <a:extLst>
              <a:ext uri="{FF2B5EF4-FFF2-40B4-BE49-F238E27FC236}">
                <a16:creationId xmlns:a16="http://schemas.microsoft.com/office/drawing/2014/main" id="{0E11C2DF-9296-438D-BEDF-AFA47A21B40A}"/>
              </a:ext>
            </a:extLst>
          </p:cNvPr>
          <p:cNvSpPr txBox="1">
            <a:spLocks/>
          </p:cNvSpPr>
          <p:nvPr/>
        </p:nvSpPr>
        <p:spPr>
          <a:xfrm>
            <a:off x="3379721" y="4686176"/>
            <a:ext cx="2388901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© 2021 Eng. Ali Mohamed</a:t>
            </a:r>
            <a:endParaRPr lang="en-US" sz="1050" dirty="0">
              <a:solidFill>
                <a:schemeClr val="accent1"/>
              </a:solidFill>
            </a:endParaRPr>
          </a:p>
        </p:txBody>
      </p:sp>
      <p:cxnSp>
        <p:nvCxnSpPr>
          <p:cNvPr id="7" name="Google Shape;216;p44">
            <a:extLst>
              <a:ext uri="{FF2B5EF4-FFF2-40B4-BE49-F238E27FC236}">
                <a16:creationId xmlns:a16="http://schemas.microsoft.com/office/drawing/2014/main" id="{9EC03C0F-1D7B-4501-B123-BBD4261E08A0}"/>
              </a:ext>
            </a:extLst>
          </p:cNvPr>
          <p:cNvCxnSpPr>
            <a:cxnSpLocks/>
          </p:cNvCxnSpPr>
          <p:nvPr/>
        </p:nvCxnSpPr>
        <p:spPr>
          <a:xfrm>
            <a:off x="505205" y="721813"/>
            <a:ext cx="614100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214;p44">
            <a:extLst>
              <a:ext uri="{FF2B5EF4-FFF2-40B4-BE49-F238E27FC236}">
                <a16:creationId xmlns:a16="http://schemas.microsoft.com/office/drawing/2014/main" id="{4F611559-AFA7-42C2-937C-2558A6C25620}"/>
              </a:ext>
            </a:extLst>
          </p:cNvPr>
          <p:cNvSpPr txBox="1">
            <a:spLocks/>
          </p:cNvSpPr>
          <p:nvPr/>
        </p:nvSpPr>
        <p:spPr>
          <a:xfrm>
            <a:off x="430775" y="181257"/>
            <a:ext cx="8155663" cy="420430"/>
          </a:xfrm>
          <a:prstGeom prst="rect">
            <a:avLst/>
          </a:prstGeom>
          <a:solidFill>
            <a:srgbClr val="FDFDFD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2400"/>
            </a:pPr>
            <a:r>
              <a:rPr lang="en-US" sz="2000" dirty="0">
                <a:solidFill>
                  <a:schemeClr val="accent1"/>
                </a:solidFill>
                <a:latin typeface="Montserrat ExtraBold"/>
                <a:sym typeface="Montserrat ExtraBold"/>
              </a:rPr>
              <a:t>Lab 2</a:t>
            </a:r>
          </a:p>
        </p:txBody>
      </p:sp>
      <p:cxnSp>
        <p:nvCxnSpPr>
          <p:cNvPr id="9" name="Google Shape;216;p44">
            <a:extLst>
              <a:ext uri="{FF2B5EF4-FFF2-40B4-BE49-F238E27FC236}">
                <a16:creationId xmlns:a16="http://schemas.microsoft.com/office/drawing/2014/main" id="{86ED35E9-768E-41EC-976D-70A7311EBE03}"/>
              </a:ext>
            </a:extLst>
          </p:cNvPr>
          <p:cNvCxnSpPr>
            <a:cxnSpLocks/>
          </p:cNvCxnSpPr>
          <p:nvPr/>
        </p:nvCxnSpPr>
        <p:spPr>
          <a:xfrm>
            <a:off x="505205" y="181257"/>
            <a:ext cx="614100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735E037-5EB7-4597-B91C-D50AE05EEB55}"/>
              </a:ext>
            </a:extLst>
          </p:cNvPr>
          <p:cNvSpPr txBox="1"/>
          <p:nvPr/>
        </p:nvSpPr>
        <p:spPr>
          <a:xfrm>
            <a:off x="505205" y="1042001"/>
            <a:ext cx="787784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  <a:sym typeface="Montserrat ExtraBold"/>
              </a:rPr>
              <a:t>Add 3 parameters to RAM module:-</a:t>
            </a:r>
          </a:p>
          <a:p>
            <a:endParaRPr lang="en-US" b="1" dirty="0">
              <a:solidFill>
                <a:srgbClr val="C00000"/>
              </a:solidFill>
              <a:sym typeface="Montserrat ExtraBold"/>
            </a:endParaRPr>
          </a:p>
          <a:p>
            <a:pPr marL="342900" lvl="1" indent="-342900">
              <a:buAutoNum type="arabicParenR"/>
            </a:pPr>
            <a:r>
              <a:rPr lang="en-US" b="1" dirty="0">
                <a:sym typeface="Montserrat ExtraBold"/>
              </a:rPr>
              <a:t>ADDR_WIDTH  of default value </a:t>
            </a:r>
            <a:r>
              <a:rPr lang="en-US" b="1">
                <a:sym typeface="Montserrat ExtraBold"/>
              </a:rPr>
              <a:t>= 3</a:t>
            </a:r>
            <a:endParaRPr lang="en-US" b="1" dirty="0">
              <a:sym typeface="Montserrat ExtraBold"/>
            </a:endParaRPr>
          </a:p>
          <a:p>
            <a:pPr marL="342900" lvl="1" indent="-342900">
              <a:buAutoNum type="arabicParenR"/>
            </a:pPr>
            <a:endParaRPr lang="en-US" b="1" dirty="0">
              <a:sym typeface="Montserrat ExtraBold"/>
            </a:endParaRPr>
          </a:p>
          <a:p>
            <a:pPr lvl="1"/>
            <a:r>
              <a:rPr lang="en-US" b="1" dirty="0">
                <a:sym typeface="Montserrat ExtraBold"/>
              </a:rPr>
              <a:t>2)    MEM_DEPTH of default value = 8</a:t>
            </a:r>
          </a:p>
          <a:p>
            <a:pPr lvl="1"/>
            <a:endParaRPr lang="en-US" b="1" dirty="0">
              <a:sym typeface="Montserrat ExtraBold"/>
            </a:endParaRPr>
          </a:p>
          <a:p>
            <a:pPr marL="342900" lvl="1" indent="-342900">
              <a:buAutoNum type="arabicParenR" startAt="3"/>
            </a:pPr>
            <a:r>
              <a:rPr lang="en-US" b="1" dirty="0">
                <a:sym typeface="Montserrat ExtraBold"/>
              </a:rPr>
              <a:t>MEM_WIDTH of default value = 16</a:t>
            </a:r>
          </a:p>
          <a:p>
            <a:pPr marL="342900" lvl="1" indent="-342900">
              <a:buAutoNum type="arabicParenR" startAt="3"/>
            </a:pPr>
            <a:endParaRPr lang="en-US" b="1" dirty="0">
              <a:sym typeface="Montserrat ExtraBold"/>
            </a:endParaRPr>
          </a:p>
          <a:p>
            <a:pPr marL="342900" lvl="1" indent="-342900">
              <a:buAutoNum type="arabicParenR" startAt="3"/>
            </a:pPr>
            <a:endParaRPr lang="en-US" b="1" dirty="0">
              <a:sym typeface="Montserrat ExtraBold"/>
            </a:endParaRPr>
          </a:p>
          <a:p>
            <a:pPr marL="342900" lvl="1" indent="-342900">
              <a:buAutoNum type="arabicParenR" startAt="3"/>
            </a:pPr>
            <a:endParaRPr lang="en-US" b="1" dirty="0">
              <a:sym typeface="Montserrat ExtraBold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  <a:sym typeface="Montserrat ExtraBold"/>
              </a:rPr>
              <a:t>Replace the ports width with the new declared parameters</a:t>
            </a:r>
          </a:p>
          <a:p>
            <a:pPr marL="342900" lvl="1" indent="-342900">
              <a:buAutoNum type="arabicParenR" startAt="3"/>
            </a:pPr>
            <a:endParaRPr lang="en-US" b="1" dirty="0">
              <a:sym typeface="Montserrat ExtraBold"/>
            </a:endParaRPr>
          </a:p>
          <a:p>
            <a:pPr marL="342900" lvl="1" indent="-342900">
              <a:buAutoNum type="arabicParenR" startAt="3"/>
            </a:pPr>
            <a:endParaRPr lang="en-US" b="1" dirty="0">
              <a:sym typeface="Montserrat ExtraBold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  <a:sym typeface="Montserrat ExtraBold"/>
              </a:rPr>
              <a:t>Replace the 2D memory Width &amp; Depth with the new declared parameters</a:t>
            </a:r>
          </a:p>
          <a:p>
            <a:pPr marL="342900" lvl="1" indent="-342900">
              <a:buAutoNum type="arabicParenR" startAt="3"/>
            </a:pPr>
            <a:endParaRPr lang="en-US" b="1" dirty="0">
              <a:sym typeface="Montserrat ExtraBold"/>
            </a:endParaRPr>
          </a:p>
          <a:p>
            <a:pPr lvl="1"/>
            <a:endParaRPr lang="en-US" b="1" dirty="0">
              <a:solidFill>
                <a:srgbClr val="C00000"/>
              </a:solidFill>
              <a:sym typeface="Montserrat ExtraBold"/>
            </a:endParaRPr>
          </a:p>
          <a:p>
            <a:pPr lvl="1"/>
            <a:endParaRPr lang="en-US" b="1" dirty="0">
              <a:solidFill>
                <a:srgbClr val="0005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111266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9453</TotalTime>
  <Words>62</Words>
  <Application>Microsoft Office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Montserrat ExtraBold</vt:lpstr>
      <vt:lpstr>Arial</vt:lpstr>
      <vt:lpstr>Montserrat</vt:lpstr>
      <vt:lpstr>Futuristic Background by Slidesgo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FUTURISTIC</dc:title>
  <cp:lastModifiedBy>Omar Fahmy</cp:lastModifiedBy>
  <cp:revision>425</cp:revision>
  <dcterms:modified xsi:type="dcterms:W3CDTF">2022-03-06T11:14:27Z</dcterms:modified>
</cp:coreProperties>
</file>